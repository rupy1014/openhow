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Netflix Web IA 구조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페이지 단위 IA + 트리맵 시각화 템플릿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>
                <a:solidFill>
                  <a:srgbClr val="FFFFFF"/>
                </a:solidFill>
              </a:rPr>
              <a:t>나의 히어로 아카데미아(와)과 비슷한 콘텐츠 (similarity_based)</a:t>
            </a:r>
          </a:p>
          <a:p>
            <a:pPr/>
            <a:r>
              <a:rPr>
                <a:solidFill>
                  <a:srgbClr val="FFFFFF"/>
                </a:solidFill>
              </a:rPr>
              <a:t>순원 님이 시청 중인 콘텐츠 (continue_watching)</a:t>
            </a:r>
          </a:p>
          <a:p>
            <a:pPr/>
            <a:r>
              <a:rPr>
                <a:solidFill>
                  <a:srgbClr val="FFFFFF"/>
                </a:solidFill>
              </a:rPr>
              <a:t>전 세계 예능이 한곳에! (editorial_collection)</a:t>
            </a:r>
          </a:p>
          <a:p>
            <a:pPr/>
            <a:r>
              <a:rPr>
                <a:solidFill>
                  <a:srgbClr val="FFFFFF"/>
                </a:solidFill>
              </a:rPr>
              <a:t>한국이 만든 콘텐츠 (regional_category)</a:t>
            </a:r>
          </a:p>
          <a:p>
            <a:pPr/>
            <a:r>
              <a:rPr>
                <a:solidFill>
                  <a:srgbClr val="FFFFFF"/>
                </a:solidFill>
              </a:rPr>
              <a:t>어워드 수상 시리즈 (editorial_collection)</a:t>
            </a:r>
          </a:p>
          <a:p>
            <a:pPr/>
            <a:r>
              <a:rPr>
                <a:solidFill>
                  <a:srgbClr val="FFFFFF"/>
                </a:solidFill>
              </a:rPr>
              <a:t>회원님을 위해 엄선한 오늘의 콘텐츠 (personalized_recommendation)</a:t>
            </a:r>
          </a:p>
          <a:p>
            <a:pPr/>
            <a:r>
              <a:rPr>
                <a:solidFill>
                  <a:srgbClr val="FFFFFF"/>
                </a:solidFill>
              </a:rPr>
              <a:t>오늘 대한민국의 TOP 10 시리즈 (top10_chart)</a:t>
            </a:r>
          </a:p>
          <a:p>
            <a:pPr/>
            <a:r>
              <a:rPr>
                <a:solidFill>
                  <a:srgbClr val="FFFFFF"/>
                </a:solidFill>
              </a:rPr>
              <a:t>스릴러 &amp; 호러 애니메이션 (genre_rail)</a:t>
            </a:r>
          </a:p>
          <a:p>
            <a:pPr/>
            <a:r>
              <a:rPr>
                <a:solidFill>
                  <a:srgbClr val="FFFFFF"/>
                </a:solidFill>
              </a:rPr>
              <a:t>미국 드라마 (regional_genre)</a:t>
            </a:r>
          </a:p>
          <a:p>
            <a:pPr/>
            <a:r>
              <a:rPr>
                <a:solidFill>
                  <a:srgbClr val="FFFFFF"/>
                </a:solidFill>
              </a:rPr>
              <a:t>넷플릭스에 새로 올라온 콘텐츠 (new_arrivals)</a:t>
            </a:r>
          </a:p>
          <a:p>
            <a:pPr/>
            <a:r>
              <a:rPr>
                <a:solidFill>
                  <a:srgbClr val="FFFFFF"/>
                </a:solidFill>
              </a:rPr>
              <a:t>할리우드 영화 (regional_genre)</a:t>
            </a:r>
          </a:p>
          <a:p>
            <a:pPr/>
            <a:r>
              <a:rPr>
                <a:solidFill>
                  <a:srgbClr val="FFFFFF"/>
                </a:solidFill>
              </a:rPr>
              <a:t>오늘의 발견! (editorial_collection)</a:t>
            </a:r>
          </a:p>
          <a:p>
            <a:pPr/>
            <a:r>
              <a:rPr>
                <a:solidFill>
                  <a:srgbClr val="FFFFFF"/>
                </a:solidFill>
              </a:rPr>
              <a:t>음식에 관한 시리즈 (thematic_series)</a:t>
            </a:r>
          </a:p>
          <a:p>
            <a:pPr/>
            <a:r>
              <a:rPr>
                <a:solidFill>
                  <a:srgbClr val="FFFFFF"/>
                </a:solidFill>
              </a:rPr>
              <a:t>아ニメ (genre_rail)</a:t>
            </a:r>
          </a:p>
          <a:p>
            <a:pPr/>
            <a:r>
              <a:rPr>
                <a:solidFill>
                  <a:srgbClr val="FFFFFF"/>
                </a:solidFill>
              </a:rPr>
              <a:t>몰아보기 추천! 평단의 찬사를 받은 드라마 (editorial_collection)</a:t>
            </a:r>
          </a:p>
          <a:p>
            <a:pPr/>
            <a:r>
              <a:rPr>
                <a:solidFill>
                  <a:srgbClr val="FFFFFF"/>
                </a:solidFill>
              </a:rPr>
              <a:t>드라마 (genre_rail)</a:t>
            </a:r>
          </a:p>
          <a:p>
            <a:pPr/>
            <a:r>
              <a:rPr>
                <a:solidFill>
                  <a:srgbClr val="FFFFFF"/>
                </a:solidFill>
              </a:rPr>
              <a:t>극장판 모노노케: 우물딩앗(와)과 비슷한 콘텐츠 (similarity_based)</a:t>
            </a:r>
          </a:p>
          <a:p>
            <a:pPr/>
            <a:r>
              <a:rPr>
                <a:solidFill>
                  <a:srgbClr val="FFFFFF"/>
                </a:solidFill>
              </a:rPr>
              <a:t>가족 할리우드 영화 (regional_genre)</a:t>
            </a:r>
          </a:p>
          <a:p>
            <a:pPr/>
            <a:r>
              <a:rPr>
                <a:solidFill>
                  <a:srgbClr val="FFFFFF"/>
                </a:solidFill>
              </a:rPr>
              <a:t>가족 코미디 영화 (genre_rail)</a:t>
            </a:r>
          </a:p>
          <a:p>
            <a:pPr/>
            <a:r>
              <a:rPr>
                <a:solidFill>
                  <a:srgbClr val="FFFFFF"/>
                </a:solidFill>
              </a:rPr>
              <a:t>초등학교 고학년끼리 함께 보기 (audience_segment)</a:t>
            </a:r>
          </a:p>
          <a:p>
            <a:pPr/>
            <a:r>
              <a:rPr>
                <a:solidFill>
                  <a:srgbClr val="FFFFFF"/>
                </a:solidFill>
              </a:rPr>
              <a:t>오늘 대한민국의 TOP 10 영화 (top10_chart)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시리즈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>
                <a:solidFill>
                  <a:srgbClr val="FFFFFF"/>
                </a:solidFill>
              </a:rPr>
              <a:t>일본 만화 원작 애니 시리즈 (genre_rail)</a:t>
            </a:r>
          </a:p>
          <a:p>
            <a:pPr/>
            <a:r>
              <a:rPr>
                <a:solidFill>
                  <a:srgbClr val="FFFFFF"/>
                </a:solidFill>
              </a:rPr>
              <a:t>순원 님이 시청 중인 콘텐츠 (continue_watching)</a:t>
            </a:r>
          </a:p>
          <a:p>
            <a:pPr/>
            <a:r>
              <a:rPr>
                <a:solidFill>
                  <a:srgbClr val="FFFFFF"/>
                </a:solidFill>
              </a:rPr>
              <a:t>한국 시리즈 (regional_category)</a:t>
            </a:r>
          </a:p>
          <a:p>
            <a:pPr/>
            <a:r>
              <a:rPr>
                <a:solidFill>
                  <a:srgbClr val="FFFFFF"/>
                </a:solidFill>
              </a:rPr>
              <a:t>상상의 나래를 펼친 시리즈 (editorial_collection)</a:t>
            </a:r>
          </a:p>
          <a:p>
            <a:pPr/>
            <a:r>
              <a:rPr>
                <a:solidFill>
                  <a:srgbClr val="FFFFFF"/>
                </a:solidFill>
              </a:rPr>
              <a:t>미국 TV 프로그램 (regional_genre)</a:t>
            </a:r>
          </a:p>
          <a:p>
            <a:pPr/>
            <a:r>
              <a:rPr>
                <a:solidFill>
                  <a:srgbClr val="FFFFFF"/>
                </a:solidFill>
              </a:rPr>
              <a:t>한국 드라마 (regional_genre)</a:t>
            </a:r>
          </a:p>
          <a:p>
            <a:pPr/>
            <a:r>
              <a:rPr>
                <a:solidFill>
                  <a:srgbClr val="FFFFFF"/>
                </a:solidFill>
              </a:rPr>
              <a:t>오늘 대한민국의 TOP 10 시리즈 (top10_chart)</a:t>
            </a:r>
          </a:p>
          <a:p>
            <a:pPr/>
            <a:r>
              <a:rPr>
                <a:solidFill>
                  <a:srgbClr val="FFFFFF"/>
                </a:solidFill>
              </a:rPr>
              <a:t>몰아보기 추천 시리즈 (personalized_recommendation)</a:t>
            </a:r>
          </a:p>
          <a:p>
            <a:pPr/>
            <a:r>
              <a:rPr>
                <a:solidFill>
                  <a:srgbClr val="FFFFFF"/>
                </a:solidFill>
              </a:rPr>
              <a:t>회원님을 위해 엄선한 오늘의 콘텐츠 (personalized_recommendation)</a:t>
            </a:r>
          </a:p>
          <a:p>
            <a:pPr/>
            <a:r>
              <a:rPr>
                <a:solidFill>
                  <a:srgbClr val="FFFFFF"/>
                </a:solidFill>
              </a:rPr>
              <a:t>몰아보기 추천! 애니 시리즈 (genre_rail)</a:t>
            </a:r>
          </a:p>
          <a:p>
            <a:pPr/>
            <a:r>
              <a:rPr>
                <a:solidFill>
                  <a:srgbClr val="FFFFFF"/>
                </a:solidFill>
              </a:rPr>
              <a:t>몰아보기 추천! 드라마 (genre_rail)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영화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>
                <a:solidFill>
                  <a:srgbClr val="FFFFFF"/>
                </a:solidFill>
              </a:rPr>
              <a:t>꼭 챙겨 보세요! 회원님을 위한 콘텐츠 (personalized_recommendation)</a:t>
            </a:r>
          </a:p>
          <a:p>
            <a:pPr/>
            <a:r>
              <a:rPr>
                <a:solidFill>
                  <a:srgbClr val="FFFFFF"/>
                </a:solidFill>
              </a:rPr>
              <a:t>미국 영화 (regional_genre)</a:t>
            </a:r>
          </a:p>
          <a:p>
            <a:pPr/>
            <a:r>
              <a:rPr>
                <a:solidFill>
                  <a:srgbClr val="FFFFFF"/>
                </a:solidFill>
              </a:rPr>
              <a:t>한국 코미디 영화 (genre_rail)</a:t>
            </a:r>
          </a:p>
          <a:p>
            <a:pPr/>
            <a:r>
              <a:rPr>
                <a:solidFill>
                  <a:srgbClr val="FFFFFF"/>
                </a:solidFill>
              </a:rPr>
              <a:t>초자연 현상을 다룬 호러 영화 (genre_rail)</a:t>
            </a:r>
          </a:p>
          <a:p>
            <a:pPr/>
            <a:r>
              <a:rPr>
                <a:solidFill>
                  <a:srgbClr val="FFFFFF"/>
                </a:solidFill>
              </a:rPr>
              <a:t>한국 드라마 장르 영화 (genre_rail)</a:t>
            </a:r>
          </a:p>
          <a:p>
            <a:pPr/>
            <a:r>
              <a:rPr>
                <a:solidFill>
                  <a:srgbClr val="FFFFFF"/>
                </a:solidFill>
              </a:rPr>
              <a:t>액션 스릴러 영화 (genre_rail)</a:t>
            </a:r>
          </a:p>
          <a:p>
            <a:pPr/>
            <a:r>
              <a:rPr>
                <a:solidFill>
                  <a:srgbClr val="FFFFFF"/>
                </a:solidFill>
              </a:rPr>
              <a:t>순원 님이 시청 중인 콘텐츠 (continue_watching)</a:t>
            </a:r>
          </a:p>
          <a:p>
            <a:pPr/>
            <a:r>
              <a:rPr>
                <a:solidFill>
                  <a:srgbClr val="FFFFFF"/>
                </a:solidFill>
              </a:rPr>
              <a:t>범죄 액션 &amp; 어드벤처 영화 (genre_rail)</a:t>
            </a:r>
          </a:p>
          <a:p>
            <a:pPr/>
            <a:r>
              <a:rPr>
                <a:solidFill>
                  <a:srgbClr val="FFFFFF"/>
                </a:solidFill>
              </a:rPr>
              <a:t>가족 영화 (genre_rail)</a:t>
            </a:r>
          </a:p>
          <a:p>
            <a:pPr/>
            <a:r>
              <a:rPr>
                <a:solidFill>
                  <a:srgbClr val="FFFFFF"/>
                </a:solidFill>
              </a:rPr>
              <a:t>오늘 대한민국의 TOP 10 영화 (top10_chart)</a:t>
            </a:r>
          </a:p>
          <a:p>
            <a:pPr/>
            <a:r>
              <a:rPr>
                <a:solidFill>
                  <a:srgbClr val="FFFFFF"/>
                </a:solidFill>
              </a:rPr>
              <a:t>액션 본능이 폭발한다 (editorial_collection)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최신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>
                <a:solidFill>
                  <a:srgbClr val="FFFFFF"/>
                </a:solidFill>
              </a:rPr>
              <a:t>넷플릭스의 새로운 콘텐츠 (new_arrivals)</a:t>
            </a:r>
          </a:p>
          <a:p>
            <a:pPr/>
            <a:r>
              <a:rPr>
                <a:solidFill>
                  <a:srgbClr val="FFFFFF"/>
                </a:solidFill>
              </a:rPr>
              <a:t>오늘 대한민국의 TOP 10 시리즈 (top10_chart)</a:t>
            </a:r>
          </a:p>
          <a:p>
            <a:pPr/>
            <a:r>
              <a:rPr>
                <a:solidFill>
                  <a:srgbClr val="FFFFFF"/>
                </a:solidFill>
              </a:rPr>
              <a:t>기다릴만 아깝지 않은 콘텐츠 (editorial_collection)</a:t>
            </a:r>
          </a:p>
          <a:p>
            <a:pPr/>
            <a:r>
              <a:rPr>
                <a:solidFill>
                  <a:srgbClr val="FFFFFF"/>
                </a:solidFill>
              </a:rPr>
              <a:t>이번 주 공개 콘텐츠 (new_arrivals)</a:t>
            </a:r>
          </a:p>
          <a:p>
            <a:pPr/>
            <a:r>
              <a:rPr>
                <a:solidFill>
                  <a:srgbClr val="FFFFFF"/>
                </a:solidFill>
              </a:rPr>
              <a:t>오늘 대한민국의 TOP 10 영화 (top10_chart)</a:t>
            </a:r>
          </a:p>
          <a:p>
            <a:pPr/>
            <a:r>
              <a:rPr>
                <a:solidFill>
                  <a:srgbClr val="FFFFFF"/>
                </a:solidFill>
              </a:rPr>
              <a:t>다음 주 공개 콘텐츠 (upcoming_release)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언어별로 찾아보기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>
                <a:solidFill>
                  <a:srgbClr val="FFFFFF"/>
                </a:solidFill>
              </a:rPr>
              <a:t>전체 작품 (all_catalog)</a:t>
            </a:r>
          </a:p>
          <a:p>
            <a:pPr/>
            <a:r>
              <a:rPr>
                <a:solidFill>
                  <a:srgbClr val="FFFFFF"/>
                </a:solidFill>
              </a:rPr>
              <a:t>영어 (language_filter)</a:t>
            </a:r>
          </a:p>
          <a:p>
            <a:pPr/>
            <a:r>
              <a:rPr>
                <a:solidFill>
                  <a:srgbClr val="FFFFFF"/>
                </a:solidFill>
              </a:rPr>
              <a:t>추천 콘텐츠 (personalized_recommendation)</a:t>
            </a:r>
          </a:p>
          <a:p>
            <a:pPr/>
            <a:r>
              <a:rPr>
                <a:solidFill>
                  <a:srgbClr val="FFFFFF"/>
                </a:solidFill>
              </a:rPr>
              <a:t>인기 시리즈 (popularity)</a:t>
            </a:r>
          </a:p>
          <a:p>
            <a:pPr/>
            <a:r>
              <a:rPr>
                <a:solidFill>
                  <a:srgbClr val="FFFFFF"/>
                </a:solidFill>
              </a:rPr>
              <a:t>인기 영화 (popularity)</a:t>
            </a:r>
          </a:p>
          <a:p>
            <a:pPr/>
            <a:r>
              <a:rPr>
                <a:solidFill>
                  <a:srgbClr val="FFFFFF"/>
                </a:solidFill>
              </a:rPr>
              <a:t>미스터리 &amp; 스릴러 (genre_rail)</a:t>
            </a:r>
          </a:p>
          <a:p>
            <a:pPr/>
            <a:r>
              <a:rPr>
                <a:solidFill>
                  <a:srgbClr val="FFFFFF"/>
                </a:solidFill>
              </a:rPr>
              <a:t>미국 TV 프로그램 (regional_genre)</a:t>
            </a:r>
          </a:p>
          <a:p>
            <a:pPr/>
            <a:r>
              <a:rPr>
                <a:solidFill>
                  <a:srgbClr val="FFFFFF"/>
                </a:solidFill>
              </a:rPr>
              <a:t>코미디 (genre_rail)</a:t>
            </a:r>
          </a:p>
          <a:p>
            <a:pPr/>
            <a:r>
              <a:rPr>
                <a:solidFill>
                  <a:srgbClr val="FFFFFF"/>
                </a:solidFill>
              </a:rPr>
              <a:t>애니메이션 (genre_rail)</a:t>
            </a:r>
          </a:p>
          <a:p>
            <a:pPr/>
            <a:r>
              <a:rPr>
                <a:solidFill>
                  <a:srgbClr val="FFFFFF"/>
                </a:solidFill>
              </a:rPr>
              <a:t>클래식 영화 (genre_rail)</a:t>
            </a:r>
          </a:p>
          <a:p>
            <a:pPr/>
            <a:r>
              <a:rPr>
                <a:solidFill>
                  <a:srgbClr val="FFFFFF"/>
                </a:solidFill>
              </a:rPr>
              <a:t>액션 &amp; 모험 (genre_rail)</a:t>
            </a:r>
          </a:p>
          <a:p>
            <a:pPr/>
            <a:r>
              <a:rPr>
                <a:solidFill>
                  <a:srgbClr val="FFFFFF"/>
                </a:solidFill>
              </a:rPr>
              <a:t>한국 TV 프로그램 (regional_genre)</a:t>
            </a:r>
          </a:p>
          <a:p>
            <a:pPr/>
            <a:r>
              <a:rPr>
                <a:solidFill>
                  <a:srgbClr val="FFFFFF"/>
                </a:solidFill>
              </a:rPr>
              <a:t>가족 영화 (genre_rail)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게임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>
                <a:solidFill>
                  <a:srgbClr val="FFFFFF"/>
                </a:solidFill>
              </a:rPr>
              <a:t>회원님을 위한 인기 모바일 게임 (personalized_recommendation)</a:t>
            </a:r>
          </a:p>
          <a:p>
            <a:pPr/>
            <a:r>
              <a:rPr>
                <a:solidFill>
                  <a:srgbClr val="FFFFFF"/>
                </a:solidFill>
              </a:rPr>
              <a:t>스마트폰에서 부담 없이 플레이하는 모바일 게임 (casual_games)</a:t>
            </a:r>
          </a:p>
          <a:p>
            <a:pPr/>
            <a:r>
              <a:rPr>
                <a:solidFill>
                  <a:srgbClr val="FFFFFF"/>
                </a:solidFill>
              </a:rPr>
              <a:t>모바일 앱에서 더 많은 게임을 찾아보세요 (cross_promotion)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내가 찜한 콘텐츠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>
                <a:solidFill>
                  <a:srgbClr val="FFFFFF"/>
                </a:solidFill>
              </a:rPr>
              <a:t>찜한 작품 목록 전체 (user_saved_list)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전체 IA 트리맵 (시각적 다이어그램)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※ 이 영역에 트리맵 도식이 포함됩니다.</a:t>
            </a:r>
          </a:p>
          <a:p>
            <a:r>
              <a:rPr>
                <a:solidFill>
                  <a:srgbClr val="FFFFFF"/>
                </a:solidFill>
              </a:rPr>
              <a:t>(요청 시 SVG/PNG 형태로 제작 가능)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