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78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FA220F-9753-4196-AC8C-0522F9895798}">
  <a:tblStyle styleId="{12FA220F-9753-4196-AC8C-0522F989579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8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c3f95a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8c3f95a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8c3f95af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8c3f95af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8c3f95af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8c3f95af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8c3f95af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8c3f95af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8c3f95af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8c3f95af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8c3f95af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8c3f95af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8c3f95af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8c3f95af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c3f95af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8c3f95af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8c3f95af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8c3f95af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D&#10;    A[회원가입 진입] --&gt; B{가입수단 선택}&#10;    B --&gt;|신규회원| C[본인인증]&#10;    B --&gt;|토스 회원| D[토스 계정 로그인]&#10;    &#10;    C --&gt; E{본인인증 성공?}&#10;    E --&gt;|실패| F[Alert: 실명인증 오류]&#10;    E --&gt;|성공| G[약관동의]&#10;    &#10;    D --&gt; G&#10;    &#10;    G --&gt; H{필수약관 동의?}&#10;    H --&gt;|미동의| I[Alert: 필수 약관 미동의]&#10;    H --&gt;|동의| J[회원정보 입력]&#10;    &#10;    I --&gt; G&#10;    F --&gt; C&#10;    &#10;    J --&gt; K[필수값 입력 검증]&#10;    K --&gt; L{필수값 유효성 검사}&#10;    L --&gt;|오류| M[Alert: 입력값 오류 안내]&#10;    L --&gt;|통과| N[결제수단 등록]&#10;    &#10;    M --&gt; J&#10;    &#10;    N --&gt; O{결제수단 등록 성공?}&#10;    O --&gt;|실패| P[Alert: 결제수단 등록 실패]&#10;    O --&gt;|성공| Q{가입 유형 선택}&#10;    &#10;    P --&gt; N&#10;    &#10;    Q --&gt;|개인 멤버십| R[회원가입 완료]&#10;    Q --&gt;|패밀리 대표| S[패밀리 초대 프로세스]&#10;    &#10;    S --&gt; T[초대 수단 선택]&#10;    T --&gt; U[휴대폰 번호 입력]&#10;    U --&gt; V[초대 메시지 발송]&#10;    V --&gt; R&#10;    &#10;    R --&gt; W[가입 완료 화면]&#10;    W --&gt; X[조건부 적립금 지급 안내]&#10;    X --&gt; Y[서비스 이용 시작]&#10;    &#10;    Y --&gt; Z{회원 액션}&#10;    Z --&gt;|로그인| AA[회원 로그인]&#10;    Z --&gt;|정보수정| AB[회원정보 수정]&#10;    Z --&gt;|탈퇴| AC[회원탈퇴 프로세스]&#10;    &#10;    AA --&gt; AD[멤버십 혜택 이용]&#10;    AB --&gt; AD&#10;    AC --&gt; AE[탈퇴 완료]&#10;    &#10;    style A fill:#fff4e6&#10;    style R fill:#e6f7ff&#10;    style W fill:#f0f9ff&#10;    style Y fill:#d4f1d4" id="54" name="Google Shape;54;p13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4650"/>
            <a:ext cx="16718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D&#10;    %% 1단계: 회원가입 진입&#10;    A[회원가입 진입] --&gt; B{가입수단 선택}&#10;&#10;    %% 2단계: 가입수단 선택 (자동 분기)&#10;    B --&gt;|신규 회원| C[본인인증]&#10;    B --&gt;|기존 토스 회원| D[토스 계정 로그인]&#10;&#10;    %% 3단계: 본인인증 (PASS/카카오/휴대폰)&#10;    C --&gt; E{본인인증 성공?}&#10;    E --&gt;|실패| F[Alert: 실명인증 오류 안내]&#10;    E --&gt;|성공| G[약관동의]&#10;&#10;    %% 4단계: 약관동의 (필수/선택)&#10;    D --&gt; G&#10;    G --&gt; H{필수약관 동의?}&#10;    H --&gt;|미동의| I[Alert: 필수 약관 미동의 안내]&#10;    H --&gt;|동의| J[회원정보 입력]&#10;&#10;    %% 5단계: 회원정보 입력 및 유효성 검사&#10;    J --&gt; K[필수값 입력 체크]&#10;    K --&gt; L{유효성 검사 통과?}&#10;    L --&gt;|오류| M[Alert: 입력값 오류 메시지]&#10;    L --&gt;|통과| N[결제수단 등록 단계로 이동]&#10;&#10;    %% 루프백 로직 (예외 처리)&#10;    F --&gt; C&#10;    I --&gt; G&#10;    M --&gt; J&#10;&#10;    %% 스타일링&#10;    style A fill:#fff4e6,stroke:#ff922b&#10;    style J fill:#e6fcf5,stroke:#20c997&#10;    style N fill:#e7f5ff,stroke:#339af0" id="59" name="Google Shape;59;p14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931902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" name="Google Shape;60;p14"/>
          <p:cNvGraphicFramePr/>
          <p:nvPr/>
        </p:nvGraphicFramePr>
        <p:xfrm>
          <a:off x="44278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{12FA220F-9753-4196-AC8C-0522F9895798}</a:tableStyleId>
              </a:tblPr>
              <a:tblGrid>
                <a:gridCol w="382850"/>
                <a:gridCol w="713225"/>
                <a:gridCol w="3620050"/>
              </a:tblGrid>
              <a:tr h="58865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</a:t>
                      </a:r>
                      <a:r>
                        <a:rPr lang="ko" sz="1000"/>
                        <a:t>.1 회원가입 프로세스 단계별 정책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97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단계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정책명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상세 설명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3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회원가입 진입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이용자가 서비스 메인 화면 또는 마케팅 채널을 통해 '토스 프라임 가입하기' CTA 선택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회원 유형(신규/기존 토스 회원) 자동 판별 시작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3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가입수단 선택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신규 회원: 본인인증 프로세스 진입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기존 토스 회원: 토스 계정 로그인 인증(PASS 인증 또는 간편 비밀번호)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가입수단 자동 분기 처리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3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본인인증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본인인증 방법: PASS 인증, 카카오 인증, 휴대폰 본인인증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실명 확인 및 중복 가입 검증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예외 처리: 인증 실패 시 Alert 노출 후 재시도 유도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88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약관동의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필수 약관: 서비스 이용약관, 개인정보 수집·이용 동의, 결제 서비스 약관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선택 약관: 마케팅 수신 동의(SMS/이메일/푸시), 토스증권 계좌 연동 동의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필수 약관 미동의 시 가입 불가 Alert 노출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회원정보 입력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필수 입력값: 이름, 생년월일, 휴대폰 번호, 이메일 주소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선택 입력값: 추천인 코드, 프로모션 코드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유효성 검사: 이메일 형식, 휴대폰 번호 형식, 중복 계정 검증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예외 처리: 입력값 오류 시 필드별 오류 메시지 노출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D&#10;    %% 시작점: 이전 단계(회원정보 입력 통과)로부터 연결&#10;    Start[결제수단 등록 진입] --&gt; A[결제수단 선택]&#10;&#10;    %% 결제수단 종류 및 등록&#10;    A --&gt; B{결제수단 종류}&#10;    B --&gt;|카드/계좌/머니| C[자동결제 동의 및 등록]&#10;    B --&gt;|간편결제 연동| D[제휴사 연동 인증]&#10;&#10;    %% 필수 등록 항목 및 유효성 체크&#10;    C --&gt; E{등록 성공 여부?}&#10;    D --&gt; E&#10;&#10;    %% 예외 처리 (정책 반영)&#10;    E --&gt;|실패| F[Alert: 결제수단 등록 실패 안내]&#10;    F --&gt;|재시도 유도| A&#10;&#10;    %% 성공 시 기본 결제수단 설정 (정책 반영)&#10;    E --&gt;|성공| G[첫 번째 수단을 기본 결제수단으로 자동 설정]&#10;    G --&gt; H[가입 유형 선택 단계로 이동]&#10;&#10;    %% 스타일링&#10;    style Start fill:#fff4e6,stroke:#ff922b&#10;    style F fill:#fff0f0,stroke:#fa5252&#10;    style G fill:#e6fcf5,stroke:#20c997" id="65" name="Google Shape;65;p15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378235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" name="Google Shape;66;p15"/>
          <p:cNvGraphicFramePr/>
          <p:nvPr/>
        </p:nvGraphicFramePr>
        <p:xfrm>
          <a:off x="44278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{12FA220F-9753-4196-AC8C-0522F9895798}</a:tableStyleId>
              </a:tblPr>
              <a:tblGrid>
                <a:gridCol w="1492000"/>
                <a:gridCol w="3224125"/>
              </a:tblGrid>
              <a:tr h="3209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</a:t>
                      </a:r>
                      <a:r>
                        <a:rPr lang="ko" sz="1000"/>
                        <a:t>.2 결제수단 등록 정책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9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항목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정책 내용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결제수단 종류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신용/체크카드, 토스머니, 계좌 자동이체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간편결제(페이스페이, 롯데ON, 지그재그 등) 연동 지원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필수 등록 항목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결제수단 1개 이상 필수 등록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자동 결제 동의 필수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기본 결제수단 설정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등록된 첫 번째 결제수단이 기본 결제수단으로 자동 설정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추후 '결제수단 관리'에서 변경 가능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예외 처리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결제수단 등록 실패 시: "결제수단 등록에 실패했습니다. 다시 시도해주세요." Alert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등록 재시도 또는 다른 결제수단 선택 유도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D&#10;    %% 시작점: 결제수단 등록 성공 이후&#10;    Start[가입 승인 완료] --&gt; A[가입 완료 화면 노출]&#10;&#10;    %% 가입 완료 화면 구성 (정책 반영)&#10;    subgraph &quot;가입 완료 페이지 콘텐츠&quot;&#10;        A --&gt; B1[&quot;환영 문구: '토스 프라임 가입을 환영합니다!'&quot;]&#10;        A --&gt; B2[가입 완료 시각 표시]&#10;        A --&gt; B3[멤버십 혜택 요약 정보 노출]&#10;    end&#10;&#10;    %% 리워드 지급 로직 (정책 반영)&#10;    B1 &amp; B2 &amp; B3 --&gt; C{조건부 적립금 지급}&#10;    &#10;    C --&gt; D[&quot;즉시 지급: 3,000원 적립 자동 지급&quot;]&#10;    C --&gt; E[&quot;조건부 예약: 첫 결제 시 5,000원 추가 (30일 이내)&quot;]&#10;    &#10;    %% 유효기간 정책 기술&#10;    D &amp; E --&gt; F[적립금 유효기간 설정: 지급일로부터 1년]&#10;&#10;    %% 가입 혜택 안내 및 이동&#10;    F --&gt; G[멤버십 혜택 카드 자동 노출]&#10;    G --&gt; H[&quot;CTA: '혜택 보러 가기' 클릭&quot;]&#10;    H --&gt; I[토스 프라임 메인 화면 진입]&#10;&#10;    %% 스타일링&#10;    style Start fill:#e6f7ff,stroke:#1890ff&#10;    style D fill:#fff9db,stroke:#fab005&#10;    style E fill:#fff9db,stroke:#fab005&#10;    style I fill:#d4f1d4,stroke:#40c057" id="71" name="Google Shape;71;p16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928608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" name="Google Shape;72;p16"/>
          <p:cNvGraphicFramePr/>
          <p:nvPr/>
        </p:nvGraphicFramePr>
        <p:xfrm>
          <a:off x="44278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{12FA220F-9753-4196-AC8C-0522F9895798}</a:tableStyleId>
              </a:tblPr>
              <a:tblGrid>
                <a:gridCol w="2418525"/>
                <a:gridCol w="2297600"/>
              </a:tblGrid>
              <a:tr h="2286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2.3 가입 완료 및 조건부 적립금 정책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항목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정책 내용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가입 완료 화면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"토스 프라임 가입을 환영합니다!" 안내 문구 노출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가입 완료 시각 및 멤버십 혜택 요약 표시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조건부 적립금 지급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가입 즉시 지급: 3,000원 적립금 자동 지급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조건부 지급: 첫 결제 완료 시 추가 5,000원 적립(가입 후 30일 이내)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적립금 유효기간: 지급일로부터 1년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가입 혜택 안내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멤버십 혜택 카드 자동 노출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"혜택 보러 가기" CTA를 통해 메인 화면 이동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D&#10;    %% 1. 초대 조건 검증&#10;    Start[패밀리 초대 진입] --&gt; A{초대 자격 검증}&#10;    A --&gt;|개인 멤버십 미가입| B[Alert: 개인 멤버십 가입 필요]&#10;    A --&gt;|초대 인원 초과| C[Alert: 최대 5명까지 초대 가능]&#10;    A --&gt;|자격 충족| D[초대 방식 선택]&#10;&#10;    %% 2. 초대 수단 및 프로세스&#10;    D --&gt;|SMS 초대| E[피초대인 휴대폰 번호 입력]&#10;    D --&gt;|카카오톡 초대| F[카카오톡 공유 링크 생성]&#10;&#10;    E --&gt; G[초대 메시지 자동 발송]&#10;    F --&gt; G&#10;&#10;    %% 3. 메시지 구성 (정책 반영)&#10;    subgraph &quot;초대 메시지 구성 요소&quot;&#10;        G --&gt; G1[초대자 성명 포함 문구]&#10;        G --&gt; G2[초대 링크 - 유효기간 7일]&#10;        G --&gt; G3[멤버십 혜택 요약 정보]&#10;    end&#10;&#10;    %% 4. 초대 관리 (Status)&#10;    G1 &amp; G2 &amp; G3 --&gt; H[초대 현황 대시보드]&#10;    &#10;    H --&gt; I{초대 상태 트래킹}&#10;    I --&gt; I1[초대 중 / 수락 완료]&#10;    I --&gt; I2[거절 / 기간 만료]&#10;    &#10;    H --&gt; J[초대 취소 기능 제공]&#10;&#10;    %% 스타일링&#10;    style Start fill:#e6f7ff,stroke:#1890ff&#10;    style D fill:#fff4e6,stroke:#ff922b&#10;    style G fill:#f0f9ff,stroke:#0050b3&#10;    style J fill:#fff0f0,stroke:#fa5252" id="77" name="Google Shape;77;p17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32074" cy="5010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" name="Google Shape;78;p17"/>
          <p:cNvGraphicFramePr/>
          <p:nvPr/>
        </p:nvGraphicFramePr>
        <p:xfrm>
          <a:off x="44320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{12FA220F-9753-4196-AC8C-0522F9895798}</a:tableStyleId>
              </a:tblPr>
              <a:tblGrid>
                <a:gridCol w="784025"/>
                <a:gridCol w="3927900"/>
              </a:tblGrid>
              <a:tr h="4493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2.4 패밀리 멤버십 정책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516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2.4.1 패밀리 대표 (초대자) 정책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69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항목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정책 내용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초대 조건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개인 멤버십 가입 완료 상태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패밀리 멤버 초대 가능 인원: 최대 5명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초대 수단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SMS 초대: 휴대폰 번호 입력 → 초대 메시지 자동 발송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카카오톡 초대: 카카오톡 공유 링크 전송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초대 메시지 내용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"○○○님이 토스 프라임 패밀리에 초대했습니다"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초대 링크 포함 (유효기간 7일)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혜택 요약 정보 포함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초대 관리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초대 현황 조회: 초대 중/수락 완료/거절/만료 상태 표시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초대 취소 기능 제공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D&#10;    %% 1. 진입 및 검증&#10;    Start[초대 링크 클릭] --&gt; A[본인인증: SMS 인증]&#10;    A --&gt; B{중복 가입 검증}&#10;    &#10;    %% 중복 가입 예외 처리 (정책 반영)&#10;    B --&gt;|개인 멤버십 가입 중| C[&quot;Alert: '이미 토스 프라임에 가입되어 있습니다'&quot;]&#10;    B --&gt;|타 패밀리 가입 중| D[&quot;Alert: '기존 패밀리 그룹을 먼저 탈퇴해주세요'&quot;]&#10;    &#10;    %% 2. 약관 동의 (정책 반영)&#10;    B --&gt;|검증 통과| E[약관 동의 화면]&#10;    subgraph &quot;약관 구성&quot;&#10;        E --&gt; E1[필수: 패밀리 멤버십 이용약관]&#10;        E --&gt; E2[필수: 개인정보 제3자 제공 동의]&#10;        E --&gt; E3[선택: 마케팅 수신 동의]&#10;    end&#10;&#10;    %% 3. 가입 완료 및 자동 로직 (정책 반영)&#10;    E1 &amp; E2 &amp; E3 --&gt; F{가입 완료 처리}&#10;    F --&gt; G[결제수단 등록 생략: 대표 계정 수단 공유]&#10;    &#10;    %% 4. 알림 및 화면 노출&#10;    G --&gt; H[대표 계정에 멤버 가입 알림 발송]&#10;    G --&gt; I[&quot;멤버 화면: '패밀리 멤버로 가입되었습니다' 노출&quot;]&#10;&#10;    %% 루프백 및 종료&#10;    C &amp; D --&gt; End[가입 프로세스 종료]&#10;    I --&gt; StartService[서비스 이용 시작]&#10;&#10;    %% 스타일링&#10;    style Start fill:#e6f7ff,stroke:#1890ff&#10;    style B fill:#fff4e6,stroke:#ff922b&#10;    style C fill:#fff0f0,stroke:#fa5252&#10;    style D fill:#fff0f0,stroke:#fa5252&#10;    style G fill:#e6fcf5,stroke:#20c997" id="83" name="Google Shape;83;p18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"/>
            <a:ext cx="4427876" cy="36916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" name="Google Shape;84;p18"/>
          <p:cNvGraphicFramePr/>
          <p:nvPr/>
        </p:nvGraphicFramePr>
        <p:xfrm>
          <a:off x="44278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{12FA220F-9753-4196-AC8C-0522F9895798}</a:tableStyleId>
              </a:tblPr>
              <a:tblGrid>
                <a:gridCol w="784725"/>
                <a:gridCol w="3931400"/>
              </a:tblGrid>
              <a:tr h="2613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2.4.2 패밀리 멤버 (피초대자) 정책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61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항목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정책 내용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가입 프로세스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초대 링크 클릭 → 본인인증 (SMS 인증) → 약관 동의 → 가입 완료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별도 결제수단 등록 불필요 (대표 계정 결제수단 공유)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중복 가입 검증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이미 개인 멤버십 가입 중인 경우: "이미 토스 프라임에 가입되어 있습니다" Alert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다른 패밀리 그룹 가입 중인 경우: "기존 패밀리 그룹을 먼저 탈퇴해주세요" Alert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약관 동의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필수 약관: 패밀리 멤버십 이용약관, 개인정보 제3자 제공 동의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선택 약관: 마케팅 수신 동의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가입 완료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패밀리 멤버 가입 완료 시 대표 계정에 알림 발송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멤버 본인에게 "패밀리 멤버로 가입되었습니다" 안내 화면 노출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D&#10;    %% 1. 회원 로그인 프로세스&#10;    Start[로그인 시도] --&gt; A{인증 수단 선택}&#10;    A --&gt;|간편비밀번호/PASS/생체인증| B{인증 결과}&#10;    &#10;    B --&gt;|실패| C[로그인 실패 횟수 카운트]&#10;    C --&gt; D{5회 초과?}&#10;    D --&gt;|Yes| E[&quot;Alert: 계정 임시 잠금 (30분)&quot;]&#10;    D --&gt;|No| A&#10;    &#10;    B --&gt;|성공| F[로그인 완료 및 세션 유지]&#10;&#10;    %% 2. 회원정보 수정 프로세스&#10;    F --&gt; G[정보 수정 진입]&#10;    G --&gt; H[본인 재인증 필수]&#10;    H --&gt; I{수정 항목 선택}&#10;    &#10;    I --&gt; J1[수정 가능: 이메일 / 마케팅 동의]&#10;    I --&gt; J2[&quot;수정 불가: 이름 / 생년월일 / 휴대폰 번호&quot;]&#10;    J2 --&gt; J3[본인인증 프로세스 재실행 안내]&#10;&#10;    %% 3. 결제수단 관리 (정책 반영)&#10;    I --&gt; K[결제수단 관리]&#10;    K --&gt; L{액션 선택}&#10;    L --&gt; L1[추가 및 기본 설정 변경]&#10;    L --&gt; L2[삭제 시도]&#10;    &#10;    L2 --&gt; M{현재 등록 수단 &gt; 1?}&#10;    M --&gt;|No| N[&quot;Alert: 최소 1개 결제수단 유지 필수&quot;]&#10;    M --&gt;|Yes| O[삭제 완료]&#10;&#10;    %% 스타일링&#10;    style Start fill:#e6f7ff,stroke:#1890ff&#10;    style E fill:#fff0f0,stroke:#fa5252&#10;    style J2 fill:#f1f3f5,stroke:#adb5bd&#10;    style N fill:#fff0f0" id="89" name="Google Shape;89;p19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45744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" name="Google Shape;90;p19"/>
          <p:cNvGraphicFramePr/>
          <p:nvPr/>
        </p:nvGraphicFramePr>
        <p:xfrm>
          <a:off x="44278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{12FA220F-9753-4196-AC8C-0522F9895798}</a:tableStyleId>
              </a:tblPr>
              <a:tblGrid>
                <a:gridCol w="784725"/>
                <a:gridCol w="3931400"/>
              </a:tblGrid>
              <a:tr h="3233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2.5 회원 로그인 및 정보 수정 정책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2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기능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정책 내용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회원 로그인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토스 계정 인증 (간편 비밀번호, PASS 인증, 생체 인증)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로그인 실패 시 5회 제한, 초과 시 계정 임시 잠금 (30분)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1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회원정보 수정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수정 가능 항목: 이메일, 마케팅 동의 여부, 결제수단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수정 불가 항목: 이름, 생년월일, 휴대폰 번호 (본인인증 필요)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정보 수정 시 본인 재인증 필수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결제수단 관리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결제수단 추가/삭제/기본 설정 변경 가능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최소 1개 결제수단 유지 필수 (마지막 결제수단 삭제 불가)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 TD&#10;    %% 1. 탈퇴 조건 검증 (Pre-condition)&#10;    Start[탈퇴 프로세스 진입] --&gt; A{탈퇴 자격 검증}&#10;    &#10;    A --&gt;|미결제/진행중인 주문 존재| B[Alert: 결제 및 주문 정리 필요]&#10;    A --&gt;|패밀리 대표 &amp; 멤버 존재| C[Alert: 모든 멤버 내보내기 필요]&#10;    A --&gt;|검증 통과| D[탈퇴 사유 선택 - 선택 사항]&#10;&#10;    %% 2. 탈퇴 안내 및 최종 확인&#10;    D --&gt; E[탈퇴 안내사항 확인]&#10;    subgraph &quot;주요 안내 내용&quot;&#10;        E --&gt; E1[적립금 즉시 소멸 안내]&#10;        E --&gt; E2[멤버십 혜택 종료 안내]&#10;        E --&gt; E3[30일 이내 재가입 불가 안내]&#10;    end&#10;&#10;    %% 3. 최종 인증 및 실행&#10;    E1 &amp; E2 &amp; E3 --&gt; F[본인 재인증]&#10;    F --&gt; G{인증 성공?}&#10;    G --&gt;|성공| H[탈퇴 완료 처리]&#10;    G --&gt;|실패| F&#10;&#10;    %% 4. 탈퇴 후 처리 (Post-action)&#10;    H --&gt; I[개인정보 파기 - 법령 보관 정보 제외]&#10;    H --&gt; J[적립금 및 모든 혜택 즉시 소멸]&#10;    &#10;    %% 5. 패밀리 멤버 탈퇴 전용 로직&#10;    Start --&gt; K{패밀리 멤버인가?}&#10;    K --&gt;|Yes| L[자유 탈퇴 승인]&#10;    L --&gt; M[대표 계정에 멤버 탈퇴 알림 발송]&#10;    M --&gt; H&#10;&#10;    %% 스타일링&#10;    style Start fill:#f1f3f5,stroke:#adb5bd&#10;    style B fill:#fff0f0,stroke:#fa5252&#10;    style C fill:#fff0f0,stroke:#fa5252&#10;    style H fill:#343a40,stroke:#212529,color:#fff&#10;    style J fill:#fff0f0,stroke:#fa5252" id="95" name="Google Shape;95;p20" title="mermaid-graph/defaul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302350" cy="4465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20"/>
          <p:cNvGraphicFramePr/>
          <p:nvPr/>
        </p:nvGraphicFramePr>
        <p:xfrm>
          <a:off x="4427875" y="3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{12FA220F-9753-4196-AC8C-0522F9895798}</a:tableStyleId>
              </a:tblPr>
              <a:tblGrid>
                <a:gridCol w="775275"/>
                <a:gridCol w="3884200"/>
              </a:tblGrid>
              <a:tr h="2354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2.6 회원 탈퇴 정책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5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항목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정책 내용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탈퇴 조건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미결제 금액 없음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진행 중인 주문/환불 건 없음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패밀리 대표인 경우: 모든 멤버 탈퇴 후 가능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탈퇴 프로세스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탈퇴 사유 선택 (선택)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탈퇴 안내사항 확인 (적립금 소멸, 혜택 종료 등)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본인 재인증 후 탈퇴 완료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탈퇴 후 처리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개인정보 즉시 파기 (단, 법령에 따라 보관 필요한 정보는 별도 보관)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적립금 및 혜택 즉시 소멸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재가입 제한: 탈퇴 후 30일 이내 재가입 불가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패밀리 멤버 탈퇴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멤버 본인이 자유롭게 탈퇴 가능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• 탈퇴 시 대표 계정에 알림 발송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2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{12FA220F-9753-4196-AC8C-0522F9895798}</a:tableStyleId>
              </a:tblPr>
              <a:tblGrid>
                <a:gridCol w="699225"/>
                <a:gridCol w="3523700"/>
                <a:gridCol w="4609350"/>
              </a:tblGrid>
              <a:tr h="22585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2.7 예외 처리 정책 요약</a:t>
                      </a:r>
                      <a:endParaRPr sz="1000"/>
                    </a:p>
                  </a:txBody>
                  <a:tcPr marT="19050" marB="19050" marR="91425" marL="9142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2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예외 상황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Alert 메시지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후속 조치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본인인증 실패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"본인인증에 실패했습니다. 다시 시도해주세요."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본인인증 재시도 유도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필수 약관 미동의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"필수 약관에 동의해주세요."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약관 동의 화면 유지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중복 가입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"이미 가입된 계정입니다. 로그인해주세요."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로그인 화면 이동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결제수단 등록 실패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"결제수단 등록에 실패했습니다."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재시도 또는 다른 수단 선택 유도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입력값 오류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"이메일 형식이 올바르지 않습니다."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해당 필드 오류 강조 표시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초대 링크 만료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"초대 링크가 만료되었습니다. 다시 초대받아주세요."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홈 화면 복귀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패밀리 중복 가입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"이미 다른 패밀리 그룹에 가입되어 있습니다."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기존 그룹 탈퇴 안내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