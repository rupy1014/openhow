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1650" y="152400"/>
            <a:ext cx="2845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